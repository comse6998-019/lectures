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0"/>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Lst>
  <p:sldSz cx="6858000" cy="5143500"/>
  <p:notesSz cx="6858000" cy="9144000"/>
  <p:embeddedFontLst>
    <p:embeddedFont>
      <p:font typeface="Fira Sans" panose="020B0503050000020004" pitchFamily="34" charset="0"/>
      <p:regular r:id="rId41"/>
      <p:bold r:id="rId42"/>
      <p:italic r:id="rId43"/>
      <p:boldItalic r:id="rId44"/>
    </p:embeddedFont>
    <p:embeddedFont>
      <p:font typeface="Fira Sans Light" panose="020B0403050000020004" pitchFamily="34" charset="0"/>
      <p:regular r:id="rId45"/>
      <p:italic r:id="rId46"/>
    </p:embeddedFont>
    <p:embeddedFont>
      <p:font typeface="Maple Mono NF" panose="020F0509060000000000" pitchFamily="49"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42"/>
    <p:restoredTop sz="98401"/>
  </p:normalViewPr>
  <p:slideViewPr>
    <p:cSldViewPr snapToGrid="0">
      <p:cViewPr varScale="1">
        <p:scale>
          <a:sx n="207" d="100"/>
          <a:sy n="207" d="100"/>
        </p:scale>
        <p:origin x="5720" y="2608"/>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extLst>
      <p:ext uri="{BB962C8B-B14F-4D97-AF65-F5344CB8AC3E}">
        <p14:creationId xmlns:p14="http://schemas.microsoft.com/office/powerpoint/2010/main" val="699797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t>Patching only the flagged line, and the weakness survives when the unsafe value comes from a helper the alert never names. A better agent follows the value first </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256852"/>
            <a:ext cx="5732295" cy="2628250"/>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one realization</a:t>
            </a:r>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758466"/>
            <a:ext cx="5732295" cy="2126636"/>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5"/>
            <a:ext cx="5732295" cy="692074"/>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endParaRPr dirty="0"/>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14251" y="699999"/>
            <a:ext cx="6815475" cy="4123613"/>
          </a:xfrm>
        </p:spPr>
        <p:txBody>
          <a:bodyPr wrap="square">
            <a:normAutofit/>
          </a:bodyPr>
          <a:lstStyle/>
          <a:p>
            <a:pPr marL="0" indent="0">
              <a:buNone/>
            </a:pPr>
            <a:endParaRPr sz="1400" dirty="0">
              <a:solidFill>
                <a:schemeClr val="tx1"/>
              </a:solidFill>
            </a:endParaRPr>
          </a:p>
        </p:txBody>
      </p:sp>
    </p:spTree>
    <p:extLst>
      <p:ext uri="{BB962C8B-B14F-4D97-AF65-F5344CB8AC3E}">
        <p14:creationId xmlns:p14="http://schemas.microsoft.com/office/powerpoint/2010/main" val="2268406285"/>
      </p:ext>
    </p:extLst>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2955</TotalTime>
  <Words>6124</Words>
  <Application>Microsoft Macintosh PowerPoint</Application>
  <PresentationFormat>Custom</PresentationFormat>
  <Paragraphs>418</Paragraphs>
  <Slides>38</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Maple Mono NF</vt:lpstr>
      <vt:lpstr>Fira Sans Light</vt:lpstr>
      <vt:lpstr>Fira Sans</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one realization</vt:lpstr>
      <vt:lpstr>Agentless and SWE-agent</vt:lpstr>
      <vt:lpstr>Grains of salt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76</cp:revision>
  <dcterms:modified xsi:type="dcterms:W3CDTF">2026-09-17T23:31:59Z</dcterms:modified>
</cp:coreProperties>
</file>
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6"/>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Lst>
  <p:sldSz cx="6858000" cy="5143500"/>
  <p:notesSz cx="6858000" cy="9144000"/>
  <p:embeddedFontLst>
    <p:embeddedFont>
      <p:font typeface="Fira Sans" panose="020B0503050000020004" pitchFamily="34" charset="0"/>
      <p:regular r:id="rId57"/>
      <p:bold r:id="rId58"/>
      <p:italic r:id="rId59"/>
      <p:boldItalic r:id="rId60"/>
    </p:embeddedFont>
    <p:embeddedFont>
      <p:font typeface="Fira Sans Light" panose="020B0403050000020004" pitchFamily="34" charset="0"/>
      <p:regular r:id="rId61"/>
      <p:italic r:id="rId62"/>
    </p:embeddedFont>
    <p:embeddedFont>
      <p:font typeface="Maple Mono NF" panose="020F050906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98"/>
    <p:restoredTop sz="98401"/>
  </p:normalViewPr>
  <p:slideViewPr>
    <p:cSldViewPr snapToGrid="0">
      <p:cViewPr varScale="1">
        <p:scale>
          <a:sx n="358" d="100"/>
          <a:sy n="358" d="100"/>
        </p:scale>
        <p:origin x="396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failure mode here belongs to us rather than to the model. If the runtime does not own the observation channel, the model will write observations itself, and the trace will then record evidence the environment never returned. The security literature has a name for it, soliloquizing, and the rates are not marginal: nearly half of trajectories on two capture-the-flag benchmarks with one model, and none at all with two others, which tells you this is a property of the pairing rather than of models in general. In the field, about a fifth of recorded misalignment episodes across twenty thousand sessions are an agent misreporting the status of its own work. The defence is structural, not a prompt: the runtime writes the observation field, and in our demo an Observation object is only ever constructed inside the dispatcher.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a:xfrm>
            <a:off x="14251" y="700000"/>
            <a:ext cx="6815475" cy="4160196"/>
          </a:xfrm>
        </p:spPr>
        <p:txBody>
          <a:bodyPr wrap="square">
            <a:normAutofit/>
          </a:bodyPr>
          <a:lstStyle/>
          <a:p>
            <a:pPr marL="0" indent="0">
              <a:buNone/>
            </a:pPr>
            <a:endParaRPr sz="1400" dirty="0">
              <a:solidFill>
                <a:schemeClr val="tx1"/>
              </a:solidFill>
            </a:endParaRP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3250</TotalTime>
  <Words>9492</Words>
  <Application>Microsoft Macintosh PowerPoint</Application>
  <PresentationFormat>Custom</PresentationFormat>
  <Paragraphs>574</Paragraphs>
  <Slides>54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90</cp:revision>
  <dcterms:modified xsi:type="dcterms:W3CDTF">2026-09-18T12:38:42Z</dcterms:modified>
</cp:coreProperties>
</file>
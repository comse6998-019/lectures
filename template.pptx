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8" r:id="rId3"/>
  </p:sldIdLst>
  <p:sldSz cx="6858000" cy="5143500"/>
  <p:notesSz cx="6858000" cy="9144000"/>
  <p:embeddedFontLst>
    <p:embeddedFont>
      <p:font typeface="Fira Sans" panose="020B05030500000200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16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575"/>
    <p:restoredTop sz="94668"/>
  </p:normalViewPr>
  <p:slideViewPr>
    <p:cSldViewPr snapToGrid="0">
      <p:cViewPr varScale="1">
        <p:scale>
          <a:sx n="359" d="100"/>
          <a:sy n="359" d="100"/>
        </p:scale>
        <p:origin x="3240" y="184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3781" y="75500"/>
            <a:ext cx="6390450" cy="2052600"/>
          </a:xfrm>
          <a:prstGeom prst="rect">
            <a:avLst/>
          </a:prstGeom>
        </p:spPr>
        <p:txBody>
          <a:bodyPr spcFirstLastPara="1" wrap="square" lIns="97500" tIns="97500" rIns="97500" bIns="975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3775" y="2175450"/>
            <a:ext cx="6390450" cy="792600"/>
          </a:xfrm>
          <a:prstGeom prst="rect">
            <a:avLst/>
          </a:prstGeom>
        </p:spPr>
        <p:txBody>
          <a:bodyPr spcFirstLastPara="1" wrap="square" lIns="97500" tIns="97500" rIns="97500" bIns="97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</p:spPr>
        <p:txBody>
          <a:bodyPr spcFirstLastPara="1" wrap="square" lIns="97500" tIns="97500" rIns="97500" bIns="97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181" y="4729475"/>
            <a:ext cx="299100" cy="3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rgbClr val="2D2A6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</p:spPr>
        <p:txBody>
          <a:bodyPr spcFirstLastPara="1" wrap="square" lIns="97500" tIns="97500" rIns="97500" bIns="97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27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194" y="4885350"/>
            <a:ext cx="213581" cy="2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250" y="19250"/>
            <a:ext cx="6390450" cy="572700"/>
          </a:xfrm>
          <a:prstGeom prst="rect">
            <a:avLst/>
          </a:prstGeom>
        </p:spPr>
        <p:txBody>
          <a:bodyPr spcFirstLastPara="1" wrap="square" lIns="97500" tIns="97500" rIns="97500" bIns="975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</p:spPr>
        <p:txBody>
          <a:bodyPr spcFirstLastPara="1" wrap="square" lIns="97500" tIns="97500" rIns="97500" bIns="975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</p:spPr>
        <p:txBody>
          <a:bodyPr spcFirstLastPara="1" wrap="square" lIns="97500" tIns="97500" rIns="97500" bIns="97500" anchor="t" anchorCtr="0">
            <a:normAutofit/>
          </a:bodyPr>
          <a:lstStyle>
            <a:lvl1pPr marL="342900" lvl="0" indent="-2286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marL="685800" lvl="1" indent="-228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700" lvl="2" indent="-228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600" lvl="3" indent="-2286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500" lvl="4" indent="-228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400" lvl="5" indent="-228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300" lvl="6" indent="-2286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200" lvl="7" indent="-228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100" lvl="8" indent="-228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</p:spPr>
        <p:txBody>
          <a:bodyPr spcFirstLastPara="1" wrap="square" lIns="97500" tIns="97500" rIns="97500" bIns="975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</p:spPr>
        <p:txBody>
          <a:bodyPr spcFirstLastPara="1" wrap="square" lIns="97500" tIns="97500" rIns="97500" bIns="975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</p:spPr>
        <p:txBody>
          <a:bodyPr spcFirstLastPara="1" wrap="square" lIns="97500" tIns="97500" rIns="97500" bIns="97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</p:spPr>
        <p:txBody>
          <a:bodyPr spcFirstLastPara="1" wrap="square" lIns="97500" tIns="97500" rIns="97500" bIns="97500" anchor="ctr" anchorCtr="0">
            <a:normAutofit/>
          </a:bodyPr>
          <a:lstStyle>
            <a:lvl1pPr marL="342900" lvl="0" indent="-248590">
              <a:spcBef>
                <a:spcPts val="0"/>
              </a:spcBef>
              <a:spcAft>
                <a:spcPts val="0"/>
              </a:spcAft>
              <a:buSzPts val="1620"/>
              <a:buChar char="●"/>
              <a:defRPr/>
            </a:lvl1pPr>
            <a:lvl2pPr marL="685800" lvl="1" indent="-228272">
              <a:spcBef>
                <a:spcPts val="0"/>
              </a:spcBef>
              <a:spcAft>
                <a:spcPts val="0"/>
              </a:spcAft>
              <a:buSzPts val="1193"/>
              <a:buChar char="○"/>
              <a:defRPr/>
            </a:lvl2pPr>
            <a:lvl3pPr marL="1028700" lvl="2" indent="-228272">
              <a:spcBef>
                <a:spcPts val="0"/>
              </a:spcBef>
              <a:spcAft>
                <a:spcPts val="0"/>
              </a:spcAft>
              <a:buSzPts val="1193"/>
              <a:buChar char="■"/>
              <a:defRPr/>
            </a:lvl3pPr>
            <a:lvl4pPr marL="1371600" lvl="3" indent="-228272">
              <a:spcBef>
                <a:spcPts val="0"/>
              </a:spcBef>
              <a:spcAft>
                <a:spcPts val="0"/>
              </a:spcAft>
              <a:buSzPts val="1193"/>
              <a:buChar char="●"/>
              <a:defRPr/>
            </a:lvl4pPr>
            <a:lvl5pPr marL="1714500" lvl="4" indent="-228272">
              <a:spcBef>
                <a:spcPts val="0"/>
              </a:spcBef>
              <a:spcAft>
                <a:spcPts val="0"/>
              </a:spcAft>
              <a:buSzPts val="1193"/>
              <a:buChar char="○"/>
              <a:defRPr/>
            </a:lvl5pPr>
            <a:lvl6pPr marL="2057400" lvl="5" indent="-228272">
              <a:spcBef>
                <a:spcPts val="0"/>
              </a:spcBef>
              <a:spcAft>
                <a:spcPts val="0"/>
              </a:spcAft>
              <a:buSzPts val="1193"/>
              <a:buChar char="■"/>
              <a:defRPr/>
            </a:lvl6pPr>
            <a:lvl7pPr marL="2400300" lvl="6" indent="-228272">
              <a:spcBef>
                <a:spcPts val="0"/>
              </a:spcBef>
              <a:spcAft>
                <a:spcPts val="0"/>
              </a:spcAft>
              <a:buSzPts val="1193"/>
              <a:buChar char="●"/>
              <a:defRPr/>
            </a:lvl7pPr>
            <a:lvl8pPr marL="2743200" lvl="7" indent="-228272">
              <a:spcBef>
                <a:spcPts val="0"/>
              </a:spcBef>
              <a:spcAft>
                <a:spcPts val="0"/>
              </a:spcAft>
              <a:buSzPts val="1193"/>
              <a:buChar char="○"/>
              <a:defRPr/>
            </a:lvl8pPr>
            <a:lvl9pPr marL="3086100" lvl="8" indent="-228272">
              <a:spcBef>
                <a:spcPts val="0"/>
              </a:spcBef>
              <a:spcAft>
                <a:spcPts val="0"/>
              </a:spcAft>
              <a:buSzPts val="1193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</p:spPr>
        <p:txBody>
          <a:bodyPr spcFirstLastPara="1" wrap="square" lIns="97500" tIns="97500" rIns="97500" bIns="97500" anchor="ctr" anchorCtr="0">
            <a:normAutofit/>
          </a:bodyPr>
          <a:lstStyle>
            <a:lvl1pPr marL="342900" lvl="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</p:spPr>
        <p:txBody>
          <a:bodyPr spcFirstLastPara="1" wrap="square" lIns="97500" tIns="97500" rIns="97500" bIns="975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</p:spPr>
        <p:txBody>
          <a:bodyPr spcFirstLastPara="1" wrap="square" lIns="97500" tIns="97500" rIns="97500" bIns="97500" anchor="t" anchorCtr="0">
            <a:normAutofit/>
          </a:bodyPr>
          <a:lstStyle>
            <a:lvl1pPr marL="342900" lvl="0" indent="-248590" algn="ctr">
              <a:spcBef>
                <a:spcPts val="0"/>
              </a:spcBef>
              <a:spcAft>
                <a:spcPts val="0"/>
              </a:spcAft>
              <a:buSzPts val="1620"/>
              <a:buChar char="●"/>
              <a:defRPr/>
            </a:lvl1pPr>
            <a:lvl2pPr marL="685800" lvl="1" indent="-228272" algn="ctr">
              <a:spcBef>
                <a:spcPts val="0"/>
              </a:spcBef>
              <a:spcAft>
                <a:spcPts val="0"/>
              </a:spcAft>
              <a:buSzPts val="1193"/>
              <a:buChar char="○"/>
              <a:defRPr/>
            </a:lvl2pPr>
            <a:lvl3pPr marL="1028700" lvl="2" indent="-228272" algn="ctr">
              <a:spcBef>
                <a:spcPts val="0"/>
              </a:spcBef>
              <a:spcAft>
                <a:spcPts val="0"/>
              </a:spcAft>
              <a:buSzPts val="1193"/>
              <a:buChar char="■"/>
              <a:defRPr/>
            </a:lvl3pPr>
            <a:lvl4pPr marL="1371600" lvl="3" indent="-228272" algn="ctr">
              <a:spcBef>
                <a:spcPts val="0"/>
              </a:spcBef>
              <a:spcAft>
                <a:spcPts val="0"/>
              </a:spcAft>
              <a:buSzPts val="1193"/>
              <a:buChar char="●"/>
              <a:defRPr/>
            </a:lvl4pPr>
            <a:lvl5pPr marL="1714500" lvl="4" indent="-228272" algn="ctr">
              <a:spcBef>
                <a:spcPts val="0"/>
              </a:spcBef>
              <a:spcAft>
                <a:spcPts val="0"/>
              </a:spcAft>
              <a:buSzPts val="1193"/>
              <a:buChar char="○"/>
              <a:defRPr/>
            </a:lvl5pPr>
            <a:lvl6pPr marL="2057400" lvl="5" indent="-228272" algn="ctr">
              <a:spcBef>
                <a:spcPts val="0"/>
              </a:spcBef>
              <a:spcAft>
                <a:spcPts val="0"/>
              </a:spcAft>
              <a:buSzPts val="1193"/>
              <a:buChar char="■"/>
              <a:defRPr/>
            </a:lvl6pPr>
            <a:lvl7pPr marL="2400300" lvl="6" indent="-228272" algn="ctr">
              <a:spcBef>
                <a:spcPts val="0"/>
              </a:spcBef>
              <a:spcAft>
                <a:spcPts val="0"/>
              </a:spcAft>
              <a:buSzPts val="1193"/>
              <a:buChar char="●"/>
              <a:defRPr/>
            </a:lvl7pPr>
            <a:lvl8pPr marL="2743200" lvl="7" indent="-228272" algn="ctr">
              <a:spcBef>
                <a:spcPts val="0"/>
              </a:spcBef>
              <a:spcAft>
                <a:spcPts val="0"/>
              </a:spcAft>
              <a:buSzPts val="1193"/>
              <a:buChar char="○"/>
              <a:defRPr/>
            </a:lvl8pPr>
            <a:lvl9pPr marL="3086100" lvl="8" indent="-228272" algn="ctr">
              <a:spcBef>
                <a:spcPts val="0"/>
              </a:spcBef>
              <a:spcAft>
                <a:spcPts val="0"/>
              </a:spcAft>
              <a:buSzPts val="1193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250" y="19250"/>
            <a:ext cx="6815475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00" tIns="97500" rIns="97500" bIns="975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D2A62"/>
              </a:buClr>
              <a:buSzPts val="2400"/>
              <a:buFont typeface="Fira Sans"/>
              <a:buNone/>
              <a:defRPr sz="2400">
                <a:solidFill>
                  <a:srgbClr val="2D2A6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50" y="630049"/>
            <a:ext cx="6815475" cy="4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500" tIns="97500" rIns="97500" bIns="97500" anchor="t" anchorCtr="0">
            <a:normAutofit/>
          </a:bodyPr>
          <a:lstStyle>
            <a:lvl1pPr marL="457200" lvl="0" indent="-33145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20"/>
              <a:buFont typeface="Fira Sans"/>
              <a:buChar char="●"/>
              <a:defRPr sz="1620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●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●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○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36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93"/>
              <a:buFont typeface="Fira Sans"/>
              <a:buChar char="■"/>
              <a:defRPr sz="1193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446481" y="4749892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r">
              <a:buNone/>
              <a:defRPr sz="75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2">
            <a:alphaModFix/>
          </a:blip>
          <a:srcRect r="79249"/>
          <a:stretch/>
        </p:blipFill>
        <p:spPr>
          <a:xfrm>
            <a:off x="0" y="4841357"/>
            <a:ext cx="342167" cy="30214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33781" y="699563"/>
            <a:ext cx="6390450" cy="1539450"/>
          </a:xfrm>
          <a:prstGeom prst="rect">
            <a:avLst/>
          </a:prstGeom>
        </p:spPr>
        <p:txBody>
          <a:bodyPr spcFirstLastPara="1" wrap="square" lIns="73125" tIns="73125" rIns="73125" bIns="73125" anchor="b" anchorCtr="0">
            <a:normAutofit/>
          </a:bodyPr>
          <a:lstStyle/>
          <a:p>
            <a:r>
              <a:rPr lang="en" dirty="0"/>
              <a:t>Designing Production Agentic Systems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33775" y="2274525"/>
            <a:ext cx="6390450" cy="594450"/>
          </a:xfrm>
          <a:prstGeom prst="rect">
            <a:avLst/>
          </a:prstGeom>
        </p:spPr>
        <p:txBody>
          <a:bodyPr spcFirstLastPara="1" wrap="square" lIns="73125" tIns="73125" rIns="73125" bIns="73125" anchor="t" anchorCtr="0">
            <a:normAutofit/>
          </a:bodyPr>
          <a:lstStyle/>
          <a:p>
            <a:pPr marL="0" indent="0"/>
            <a:r>
              <a:rPr lang="en"/>
              <a:t>Fall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8D5D-774E-9A64-20CF-CD07B091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6504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Macintosh PowerPoint</Application>
  <PresentationFormat>Custom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Fira Sans</vt:lpstr>
      <vt:lpstr>Arial</vt:lpstr>
      <vt:lpstr>Simple Light</vt:lpstr>
      <vt:lpstr>Designing Production Agentic Systems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Rahul Krishna</cp:lastModifiedBy>
  <cp:revision>2</cp:revision>
  <dcterms:modified xsi:type="dcterms:W3CDTF">2026-09-09T23:29:23Z</dcterms:modified>
</cp:coreProperties>
</file>